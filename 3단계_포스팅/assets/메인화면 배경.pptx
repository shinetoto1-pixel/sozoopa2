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7AEC138-CB46-499A-9D52-461FC7E0D9E8}">
          <p14:sldIdLst>
            <p14:sldId id="270"/>
            <p14:sldId id="260"/>
          </p14:sldIdLst>
        </p14:section>
        <p14:section name="제목 없는 구역" id="{D57136E4-FD73-4050-B407-766CB6110A4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13817"/>
    <a:srgbClr val="00FA71"/>
    <a:srgbClr val="008E40"/>
    <a:srgbClr val="D3421B"/>
    <a:srgbClr val="FFCE33"/>
    <a:srgbClr val="F8F8F8"/>
    <a:srgbClr val="1B29F0"/>
    <a:srgbClr val="8F2622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9A2E3-7210-4FF7-9CA9-75A79B75D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3CBFD5-6672-4B77-9905-98854BA8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3F4665-0BD5-4222-AE1A-78B8664A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2ED2FE-8137-484D-822F-EA88160B3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2F83D1-8135-48F3-ACC0-6D630344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13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AFB16-037B-4CB2-8881-2422BC15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CE965-D676-415E-8FBE-249D18C32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34E6A1-7DC7-43D3-8ED0-4E0035AF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2BC42-1D4D-49AF-9AB4-A1A98DDC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8B0F7A-1C04-4862-AA3F-66ED2C97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20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39D8A-ABA8-4514-973C-A334E3BE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6E7D79-A9D5-4EBD-9715-11AE666DB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C59C5-18C7-4D0F-A698-55DD6990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85E4D-0D88-47BE-826B-F280D59E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8733C-EE88-40FE-8109-9BC88E14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18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A43B5-B2F9-4C3B-AEE6-4A0DB9ED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1740E-1732-49E6-BEE4-0D04E31FC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D11D10-FD57-4B1D-B0F1-C9DF2FE43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45F981-5BE2-4A9C-8651-7B2FA51B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9B6EF-8104-42A9-A60C-CC9202B8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4D779-30D5-456B-9820-7E952569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16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86FE4-109C-4535-A9D4-6DE1F983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BDD7D-7CA3-49B3-82DF-A47B020F2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ADB9FE-0E58-48D6-A576-17582E820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AB78D9-43DB-4F2B-85E2-F8EEED34D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10D16C-3F63-46A4-A063-EA7842E07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7C62BB-FFDD-4196-9882-4EFEA4A3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05E136-2C37-4677-BE6E-EA40EB962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D54A9E-C93E-4055-898D-1DD77267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F3B97-BDE5-46E6-A8E6-6EC7C65E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255607-B19A-4EED-95AE-B04E573B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98006F-6519-4EBA-AEFB-0DE07B90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4C1A4A-9BD0-4FCC-91CD-76BA1139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00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AD6F8E-75CD-430D-B6D4-4C6E0D83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124138-0A1C-49CC-B535-7C38AED2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CB842C-151A-473C-9B42-A3651409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00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F82ED-EA23-4603-AA87-5460922CA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F533B-321C-433D-B3E9-C59BF6683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BA8D1F-208C-488F-B277-9E429AA5E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BF2355-5597-4EA4-BBBB-F50C0DED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CCB46-4E8F-4EFB-B529-ECC5E1A8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36827A-0FEB-41B5-9F0B-4FD63727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73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6DAC9-729F-4CD6-99E8-26FF502A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A7C322-A0C1-4892-895E-E866D3CDC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C06C68-F6BA-42C7-BACF-C7CEE4E71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BF400E-3454-40C4-A232-94FDCB5A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1693DA-3668-4A4C-9F66-8E0A0293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6E5B06-670A-4CA6-9EE8-7FD19090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97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C7D23-3E61-4B53-9427-50C706D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4BCD5A-2D77-47A0-84DF-B1859D7B0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BA37A-F4A7-4043-8D34-2D8BF067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23749-BF72-4D48-8CF3-4966D326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39B979-4806-43CB-8FC9-4A091677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47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4348A7-54F1-4898-8041-CB5CD267C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0C1103-2D3D-4D55-898B-030AA15F3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51772-99B1-4293-9227-E4EEDC55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D9F44-65C6-4899-B3DC-179FE6FA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ABBD52-019F-4025-9F50-DD7B70F9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60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F9A161-AEB6-45FE-924F-C8166241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A74C79-B970-4A6D-862D-65AD5B6BC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41F04-5796-4A1B-AAB0-46F1AB716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05A20-0D1C-4FDA-AF21-9A010BD7CDE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9353E-C529-45AD-BF48-0C8B83860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6235A-32EE-440E-A526-8835A7574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8A5CD-428D-42E2-9D2E-D0614C9A9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64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2CC7CFC-0EDF-4DBB-88E7-16BBE185BE22}"/>
              </a:ext>
            </a:extLst>
          </p:cNvPr>
          <p:cNvSpPr/>
          <p:nvPr/>
        </p:nvSpPr>
        <p:spPr>
          <a:xfrm>
            <a:off x="2841071" y="174071"/>
            <a:ext cx="6509857" cy="6509857"/>
          </a:xfrm>
          <a:prstGeom prst="roundRect">
            <a:avLst>
              <a:gd name="adj" fmla="val 0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2571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en-US" altLang="ko-KR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en-US" altLang="ko-KR" sz="4000" b="1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en-US" altLang="ko-KR" sz="4000" b="1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ko-KR" altLang="en-US" sz="2800" b="1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393" y="1564921"/>
            <a:ext cx="709979" cy="74454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6AD0C0-5F80-4FDD-99A6-A304B25C9160}"/>
              </a:ext>
            </a:extLst>
          </p:cNvPr>
          <p:cNvSpPr txBox="1"/>
          <p:nvPr/>
        </p:nvSpPr>
        <p:spPr>
          <a:xfrm>
            <a:off x="4006512" y="1756364"/>
            <a:ext cx="1676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accent6">
                    <a:lumMod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설가의</a:t>
            </a:r>
            <a:r>
              <a:rPr lang="ko-KR" altLang="en-US" sz="2800" b="1" dirty="0">
                <a:solidFill>
                  <a:schemeClr val="accent6">
                    <a:lumMod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endParaRPr lang="ko-KR" altLang="en-US" sz="2000" b="1" dirty="0">
              <a:solidFill>
                <a:schemeClr val="accent6">
                  <a:lumMod val="7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F089F4-14CB-2F93-AEB7-F042253BD87F}"/>
              </a:ext>
            </a:extLst>
          </p:cNvPr>
          <p:cNvSpPr txBox="1"/>
          <p:nvPr/>
        </p:nvSpPr>
        <p:spPr>
          <a:xfrm>
            <a:off x="3310620" y="2309469"/>
            <a:ext cx="55707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>
                <a:ln w="762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77800">
                    <a:schemeClr val="tx1"/>
                  </a:glow>
                  <a:innerShdw blurRad="114300">
                    <a:prstClr val="black"/>
                  </a:innerShdw>
                </a:effectLst>
                <a:latin typeface="안성탕면체 Bold" panose="02020803000000000000" pitchFamily="18" charset="-127"/>
                <a:ea typeface="안성탕면체 Bold" panose="02020803000000000000" pitchFamily="18" charset="-127"/>
              </a:rPr>
              <a:t>뉴스와 이슈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089F4-14CB-2F93-AEB7-F042253BD87F}"/>
              </a:ext>
            </a:extLst>
          </p:cNvPr>
          <p:cNvSpPr txBox="1"/>
          <p:nvPr/>
        </p:nvSpPr>
        <p:spPr>
          <a:xfrm>
            <a:off x="3208032" y="3812540"/>
            <a:ext cx="57759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0" spc="300" dirty="0">
                <a:ln w="7620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glow rad="127000">
                    <a:schemeClr val="tx1"/>
                  </a:glow>
                  <a:innerShdw blurRad="114300">
                    <a:prstClr val="black"/>
                  </a:innerShdw>
                </a:effectLst>
                <a:latin typeface="안성탕면체 Bold" panose="02020803000000000000" pitchFamily="18" charset="-127"/>
                <a:ea typeface="안성탕면체 Bold" panose="02020803000000000000" pitchFamily="18" charset="-127"/>
              </a:rPr>
              <a:t>2024. 05. </a:t>
            </a:r>
            <a:r>
              <a:rPr lang="en-US" altLang="ko-KR" sz="8000" spc="300" dirty="0" smtClean="0">
                <a:ln w="7620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glow rad="127000">
                    <a:schemeClr val="tx1"/>
                  </a:glow>
                  <a:innerShdw blurRad="114300">
                    <a:prstClr val="black"/>
                  </a:innerShdw>
                </a:effectLst>
                <a:latin typeface="안성탕면체 Bold" panose="02020803000000000000" pitchFamily="18" charset="-127"/>
                <a:ea typeface="안성탕면체 Bold" panose="02020803000000000000" pitchFamily="18" charset="-127"/>
              </a:rPr>
              <a:t>03</a:t>
            </a:r>
            <a:endParaRPr lang="en-US" altLang="ko-KR" sz="8000" spc="300" dirty="0">
              <a:ln w="76200">
                <a:solidFill>
                  <a:schemeClr val="accent6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glow rad="127000">
                  <a:schemeClr val="tx1"/>
                </a:glow>
                <a:innerShdw blurRad="114300">
                  <a:prstClr val="black"/>
                </a:innerShdw>
              </a:effectLst>
              <a:latin typeface="안성탕면체 Bold" panose="02020803000000000000" pitchFamily="18" charset="-127"/>
              <a:ea typeface="안성탕면체 Bold" panose="02020803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49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2CC7CFC-0EDF-4DBB-88E7-16BBE185BE22}"/>
              </a:ext>
            </a:extLst>
          </p:cNvPr>
          <p:cNvSpPr/>
          <p:nvPr/>
        </p:nvSpPr>
        <p:spPr>
          <a:xfrm>
            <a:off x="2841071" y="174071"/>
            <a:ext cx="6509857" cy="6509857"/>
          </a:xfrm>
          <a:prstGeom prst="roundRect">
            <a:avLst>
              <a:gd name="adj" fmla="val 0"/>
            </a:avLst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Marker/>
                      </a14:imgEffect>
                      <a14:imgEffect>
                        <a14:colorTemperature colorTemp="11200"/>
                      </a14:imgEffect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7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en-US" altLang="ko-KR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en-US" altLang="ko-KR" sz="4000" b="1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en-US" altLang="ko-KR" sz="4000" b="1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endParaRPr lang="ko-KR" altLang="en-US" sz="2800" b="1" dirty="0">
              <a:solidFill>
                <a:srgbClr val="0000FF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393" y="1590088"/>
            <a:ext cx="709979" cy="74454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6AD0C0-5F80-4FDD-99A6-A304B25C9160}"/>
              </a:ext>
            </a:extLst>
          </p:cNvPr>
          <p:cNvSpPr txBox="1"/>
          <p:nvPr/>
        </p:nvSpPr>
        <p:spPr>
          <a:xfrm>
            <a:off x="4006512" y="1756364"/>
            <a:ext cx="1676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설가의</a:t>
            </a:r>
            <a:r>
              <a:rPr lang="ko-KR" altLang="en-US" sz="32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endParaRPr lang="ko-KR" altLang="en-US" sz="2400" b="1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F089F4-14CB-2F93-AEB7-F042253BD87F}"/>
              </a:ext>
            </a:extLst>
          </p:cNvPr>
          <p:cNvSpPr txBox="1"/>
          <p:nvPr/>
        </p:nvSpPr>
        <p:spPr>
          <a:xfrm>
            <a:off x="3532637" y="2309469"/>
            <a:ext cx="51267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>
                <a:ln w="762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77800">
                    <a:schemeClr val="tx1"/>
                  </a:glow>
                  <a:innerShdw blurRad="114300">
                    <a:prstClr val="black"/>
                  </a:innerShdw>
                </a:effectLst>
                <a:latin typeface="안성탕면체 Bold" panose="02020803000000000000" pitchFamily="18" charset="-127"/>
                <a:ea typeface="안성탕면체 Bold" panose="02020803000000000000" pitchFamily="18" charset="-127"/>
              </a:rPr>
              <a:t>뉴스와 이슈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089F4-14CB-2F93-AEB7-F042253BD87F}"/>
              </a:ext>
            </a:extLst>
          </p:cNvPr>
          <p:cNvSpPr txBox="1"/>
          <p:nvPr/>
        </p:nvSpPr>
        <p:spPr>
          <a:xfrm>
            <a:off x="3155133" y="3812540"/>
            <a:ext cx="58817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0" dirty="0">
                <a:ln w="7620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127000">
                    <a:schemeClr val="tx1"/>
                  </a:glow>
                  <a:innerShdw blurRad="114300">
                    <a:prstClr val="black"/>
                  </a:innerShdw>
                </a:effectLst>
                <a:latin typeface="안성탕면체 Bold" panose="02020803000000000000" pitchFamily="18" charset="-127"/>
                <a:ea typeface="안성탕면체 Bold" panose="02020803000000000000" pitchFamily="18" charset="-127"/>
              </a:rPr>
              <a:t>2024. 04. </a:t>
            </a:r>
            <a:r>
              <a:rPr lang="en-US" altLang="ko-KR" sz="8000">
                <a:ln w="76200"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127000">
                    <a:schemeClr val="tx1"/>
                  </a:glow>
                  <a:innerShdw blurRad="114300">
                    <a:prstClr val="black"/>
                  </a:innerShdw>
                </a:effectLst>
                <a:latin typeface="안성탕면체 Bold" panose="02020803000000000000" pitchFamily="18" charset="-127"/>
                <a:ea typeface="안성탕면체 Bold" panose="02020803000000000000" pitchFamily="18" charset="-127"/>
              </a:rPr>
              <a:t>30</a:t>
            </a:r>
            <a:endParaRPr lang="en-US" altLang="ko-KR" sz="8000" dirty="0">
              <a:ln w="76200">
                <a:solidFill>
                  <a:schemeClr val="accent4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glow rad="127000">
                  <a:schemeClr val="tx1"/>
                </a:glow>
                <a:innerShdw blurRad="114300">
                  <a:prstClr val="black"/>
                </a:innerShdw>
              </a:effectLst>
              <a:latin typeface="안성탕면체 Bold" panose="02020803000000000000" pitchFamily="18" charset="-127"/>
              <a:ea typeface="안성탕면체 Bold" panose="02020803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489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37575</TotalTime>
  <Words>16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나눔스퀘어_ac ExtraBold</vt:lpstr>
      <vt:lpstr>맑은 고딕</vt:lpstr>
      <vt:lpstr>안성탕면체 Bold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이정준</cp:lastModifiedBy>
  <cp:revision>209</cp:revision>
  <dcterms:created xsi:type="dcterms:W3CDTF">2022-05-01T01:24:51Z</dcterms:created>
  <dcterms:modified xsi:type="dcterms:W3CDTF">2026-07-25T05:51:44Z</dcterms:modified>
</cp:coreProperties>
</file>